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558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49DA0787-7B3F-431C-86E8-1A29447B44E3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9B6EAA7-36D8-4E23-9458-D12DD16EB6D3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xmlns="" val="2620642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0787-7B3F-431C-86E8-1A29447B44E3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6EAA7-36D8-4E23-9458-D12DD16EB6D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59140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0787-7B3F-431C-86E8-1A29447B44E3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6EAA7-36D8-4E23-9458-D12DD16EB6D3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xmlns="" val="2499184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0787-7B3F-431C-86E8-1A29447B44E3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6EAA7-36D8-4E23-9458-D12DD16EB6D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37409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0787-7B3F-431C-86E8-1A29447B44E3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6EAA7-36D8-4E23-9458-D12DD16EB6D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979839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0787-7B3F-431C-86E8-1A29447B44E3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6EAA7-36D8-4E23-9458-D12DD16EB6D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669624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0787-7B3F-431C-86E8-1A29447B44E3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6EAA7-36D8-4E23-9458-D12DD16EB6D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26928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0787-7B3F-431C-86E8-1A29447B44E3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6EAA7-36D8-4E23-9458-D12DD16EB6D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44596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0787-7B3F-431C-86E8-1A29447B44E3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6EAA7-36D8-4E23-9458-D12DD16EB6D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758545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0787-7B3F-431C-86E8-1A29447B44E3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6EAA7-36D8-4E23-9458-D12DD16EB6D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73085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A0787-7B3F-431C-86E8-1A29447B44E3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6EAA7-36D8-4E23-9458-D12DD16EB6D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255291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49DA0787-7B3F-431C-86E8-1A29447B44E3}" type="datetimeFigureOut">
              <a:rPr lang="ru-RU" smtClean="0"/>
              <a:pPr/>
              <a:t>06.03.2026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9B6EAA7-36D8-4E23-9458-D12DD16EB6D3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42406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1E8B266-DDF9-4D97-B510-2A7333E61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645459"/>
            <a:ext cx="9144000" cy="1080527"/>
          </a:xfrm>
        </p:spPr>
        <p:txBody>
          <a:bodyPr>
            <a:normAutofit/>
          </a:bodyPr>
          <a:lstStyle/>
          <a:p>
            <a:r>
              <a:rPr lang="en-US" dirty="0" err="1"/>
              <a:t>ShoeStore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B33C3EFB-1D5B-48BE-B440-A9FB350A9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9564" y="3429000"/>
            <a:ext cx="10192871" cy="1655762"/>
          </a:xfrm>
        </p:spPr>
        <p:txBody>
          <a:bodyPr/>
          <a:lstStyle/>
          <a:p>
            <a:r>
              <a:rPr lang="en-US" sz="2400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Современное</a:t>
            </a:r>
            <a:r>
              <a:rPr lang="en-US" sz="2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мобильное</a:t>
            </a:r>
            <a:r>
              <a:rPr lang="en-US" sz="2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</a:t>
            </a:r>
            <a:r>
              <a:rPr lang="en-US" sz="2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400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</a:t>
            </a:r>
            <a:r>
              <a:rPr lang="en-US" sz="2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Kotlin &amp; Jetpack Compose</a:t>
            </a:r>
            <a:endParaRPr lang="en-US" sz="2400" dirty="0">
              <a:solidFill>
                <a:schemeClr val="tx1"/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303311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C4110C1-FC81-4DF0-915B-584FC2370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 проекте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097A3AD-5A38-4942-85B6-E0BCD591E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Мобильное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приложение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электронной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коммерции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Магазин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обуви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ru-RU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Минимальная </a:t>
            </a:r>
            <a:r>
              <a:rPr lang="ru-RU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</a:t>
            </a:r>
            <a:r>
              <a:rPr lang="en-US" sz="18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латформа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Android 13.0 (API 33)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</a:t>
            </a:r>
            <a:r>
              <a:rPr lang="ru-RU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программирования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Kotlin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437370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7CB111F-5FC0-4247-8D91-A4E6025F1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931" y="222325"/>
            <a:ext cx="10804622" cy="1325562"/>
          </a:xfrm>
        </p:spPr>
        <p:txBody>
          <a:bodyPr>
            <a:normAutofit/>
          </a:bodyPr>
          <a:lstStyle/>
          <a:p>
            <a:r>
              <a:rPr lang="en-US" sz="4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Диаграмма</a:t>
            </a:r>
            <a:r>
              <a:rPr lang="en-US" sz="44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Вариантов</a:t>
            </a:r>
            <a:r>
              <a:rPr lang="ru-RU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Использования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xmlns="" id="{A4F7057D-C723-4C00-A832-EA82296F7A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48072" y="2216152"/>
            <a:ext cx="10445685" cy="304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0836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393DCDF6-3DDF-434D-9E76-B7EE5BBD5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Обзор</a:t>
            </a:r>
            <a:r>
              <a:rPr lang="en-US" sz="4400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44BAFAD8-607C-44AB-9EAE-C8927830A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Паттерн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MVVM (Model-View-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Поток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данных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Однонаправленный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(UI ←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ViewModel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← Repository ← API)</a:t>
            </a:r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тестируется</a:t>
            </a:r>
            <a:r>
              <a:rPr 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независимо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666912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755FF32D-8E1F-4840-A7F2-A884C871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Стек библиотек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xmlns="" id="{753AF478-B894-46BE-8511-77E9501BD137}"/>
              </a:ext>
            </a:extLst>
          </p:cNvPr>
          <p:cNvSpPr/>
          <p:nvPr/>
        </p:nvSpPr>
        <p:spPr>
          <a:xfrm>
            <a:off x="1261872" y="2209882"/>
            <a:ext cx="22343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Jetpack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xmlns="" id="{D89ADB09-AD70-423F-AD23-C36BD695223F}"/>
              </a:ext>
            </a:extLst>
          </p:cNvPr>
          <p:cNvSpPr/>
          <p:nvPr/>
        </p:nvSpPr>
        <p:spPr>
          <a:xfrm>
            <a:off x="1261872" y="2495078"/>
            <a:ext cx="22343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Compose 1.6.0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xmlns="" id="{54A6700D-3EA2-4CD1-A378-20D67483C4EA}"/>
              </a:ext>
            </a:extLst>
          </p:cNvPr>
          <p:cNvSpPr/>
          <p:nvPr/>
        </p:nvSpPr>
        <p:spPr>
          <a:xfrm>
            <a:off x="1261872" y="2784212"/>
            <a:ext cx="223436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Material 3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xmlns="" id="{3798B349-F1CE-470C-BAB3-9D87E735248E}"/>
              </a:ext>
            </a:extLst>
          </p:cNvPr>
          <p:cNvSpPr/>
          <p:nvPr/>
        </p:nvSpPr>
        <p:spPr>
          <a:xfrm>
            <a:off x="1261872" y="4415576"/>
            <a:ext cx="26019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Navigation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xmlns="" id="{912B9CE8-7FFA-483E-8984-00A0E0C11044}"/>
              </a:ext>
            </a:extLst>
          </p:cNvPr>
          <p:cNvSpPr/>
          <p:nvPr/>
        </p:nvSpPr>
        <p:spPr>
          <a:xfrm>
            <a:off x="1261872" y="3281454"/>
            <a:ext cx="26019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Сетевые технологии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xmlns="" id="{CC09B757-664C-4B17-B9DE-D826D7AB9342}"/>
              </a:ext>
            </a:extLst>
          </p:cNvPr>
          <p:cNvSpPr/>
          <p:nvPr/>
        </p:nvSpPr>
        <p:spPr>
          <a:xfrm>
            <a:off x="1261872" y="3566211"/>
            <a:ext cx="26019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Retrofit 2.10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xmlns="" id="{2807207D-23B1-4C64-BBFC-CE0785B3D99E}"/>
              </a:ext>
            </a:extLst>
          </p:cNvPr>
          <p:cNvSpPr/>
          <p:nvPr/>
        </p:nvSpPr>
        <p:spPr>
          <a:xfrm>
            <a:off x="1261872" y="3856682"/>
            <a:ext cx="26019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OkHttp 4.11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xmlns="" id="{E08A4743-2E24-4EB9-8F3F-C34FE961F833}"/>
              </a:ext>
            </a:extLst>
          </p:cNvPr>
          <p:cNvSpPr/>
          <p:nvPr/>
        </p:nvSpPr>
        <p:spPr>
          <a:xfrm>
            <a:off x="1261872" y="4127711"/>
            <a:ext cx="26019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Gson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xmlns="" id="{76FF4378-AF93-4F08-8417-E5E74E378EFA}"/>
              </a:ext>
            </a:extLst>
          </p:cNvPr>
          <p:cNvSpPr/>
          <p:nvPr/>
        </p:nvSpPr>
        <p:spPr>
          <a:xfrm>
            <a:off x="1261872" y="4911326"/>
            <a:ext cx="21336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Асинхронность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xmlns="" id="{D603E333-925A-4FB4-A738-4254170F3561}"/>
              </a:ext>
            </a:extLst>
          </p:cNvPr>
          <p:cNvSpPr/>
          <p:nvPr/>
        </p:nvSpPr>
        <p:spPr>
          <a:xfrm>
            <a:off x="1261872" y="5185442"/>
            <a:ext cx="21336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Coroutines 1.7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xmlns="" id="{14688BE9-E5EE-4B42-8C7C-C04567AFB4A2}"/>
              </a:ext>
            </a:extLst>
          </p:cNvPr>
          <p:cNvSpPr/>
          <p:nvPr/>
        </p:nvSpPr>
        <p:spPr>
          <a:xfrm>
            <a:off x="1261872" y="5459558"/>
            <a:ext cx="21336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Flow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xmlns="" id="{B94903F7-5D9D-4712-A272-91D3AD422B61}"/>
              </a:ext>
            </a:extLst>
          </p:cNvPr>
          <p:cNvSpPr/>
          <p:nvPr/>
        </p:nvSpPr>
        <p:spPr>
          <a:xfrm>
            <a:off x="1261872" y="5733674"/>
            <a:ext cx="213360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26"/>
              </a:lnSpc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Kotlin 1.9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08539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6E8E84B8-88AA-4094-863F-A9E10171C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Полный</a:t>
            </a:r>
            <a:r>
              <a:rPr lang="en-US" sz="4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4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Стек</a:t>
            </a:r>
            <a:r>
              <a:rPr lang="en-US" sz="4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400" b="1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Технологий</a:t>
            </a:r>
            <a:endParaRPr lang="ru-RU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xmlns="" id="{F39E59AF-EDA4-4A90-A9F0-9187FEB2490D}"/>
              </a:ext>
            </a:extLst>
          </p:cNvPr>
          <p:cNvSpPr/>
          <p:nvPr/>
        </p:nvSpPr>
        <p:spPr>
          <a:xfrm>
            <a:off x="1261872" y="2988714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Язык</a:t>
            </a:r>
            <a:r>
              <a:rPr lang="ru-RU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программирования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: Kotlin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xmlns="" id="{661BFE53-1187-4397-8341-9758E3D7E757}"/>
              </a:ext>
            </a:extLst>
          </p:cNvPr>
          <p:cNvSpPr/>
          <p:nvPr/>
        </p:nvSpPr>
        <p:spPr>
          <a:xfrm>
            <a:off x="1261872" y="3519137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UI Фреймворк: Jetpack Compose + Material Design 3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xmlns="" id="{DE2EB6FF-4E50-4A4A-BF69-3D3EF29A1EE5}"/>
              </a:ext>
            </a:extLst>
          </p:cNvPr>
          <p:cNvSpPr/>
          <p:nvPr/>
        </p:nvSpPr>
        <p:spPr>
          <a:xfrm>
            <a:off x="1261872" y="4026939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Архитектура: MVVM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xmlns="" id="{88A5F2FC-8DDA-47BE-8832-4D1155F16143}"/>
              </a:ext>
            </a:extLst>
          </p:cNvPr>
          <p:cNvSpPr/>
          <p:nvPr/>
        </p:nvSpPr>
        <p:spPr>
          <a:xfrm>
            <a:off x="1261872" y="4112664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xmlns="" id="{E37511E9-5B71-4E0B-A488-9B8743860C94}"/>
              </a:ext>
            </a:extLst>
          </p:cNvPr>
          <p:cNvSpPr/>
          <p:nvPr/>
        </p:nvSpPr>
        <p:spPr>
          <a:xfrm>
            <a:off x="1261872" y="4492275"/>
            <a:ext cx="80832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80"/>
              </a:lnSpc>
              <a:buNone/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Навигация: Jetpack Navigation Compose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11232213"/>
      </p:ext>
    </p:extLst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Вид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Вид">
      <a:majorFont>
        <a:latin typeface="Century Schoolbook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15</TotalTime>
  <Words>120</Words>
  <Application>Microsoft Office PowerPoint</Application>
  <PresentationFormat>Произвольный</PresentationFormat>
  <Paragraphs>29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Вид</vt:lpstr>
      <vt:lpstr>ShoeStore</vt:lpstr>
      <vt:lpstr>О проекте</vt:lpstr>
      <vt:lpstr>Диаграмма Вариантов Использования</vt:lpstr>
      <vt:lpstr>Обзор Архитектуры</vt:lpstr>
      <vt:lpstr>Стек библиотек</vt:lpstr>
      <vt:lpstr>Полный Стек Технологий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ShoeStore</dc:title>
  <dc:creator>Кирилл Лаптев</dc:creator>
  <cp:lastModifiedBy>android242</cp:lastModifiedBy>
  <cp:revision>3</cp:revision>
  <dcterms:created xsi:type="dcterms:W3CDTF">2026-03-06T04:57:35Z</dcterms:created>
  <dcterms:modified xsi:type="dcterms:W3CDTF">2026-03-06T07:47:12Z</dcterms:modified>
</cp:coreProperties>
</file>